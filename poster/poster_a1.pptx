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1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5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35000"/>
            <a:ext cx="30266640" cy="6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025000"/>
            <a:ext cx="30266640" cy="10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000" y="120000"/>
            <a:ext cx="292666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1350000"/>
            <a:ext cx="29266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0" i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000" y="1700000"/>
            <a:ext cx="292666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D54F"/>
                </a:solidFill>
                <a:latin typeface="Calibri"/>
              </a:defRPr>
            </a:pPr>
            <a:r>
              <a:t>Cat A: F1=0.7340 (+30.8% vs SVM, p&lt;0.001)   |   Cat B: F1=0.7422 (+19.2% vs LSTM, p&lt;0.001)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85546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081092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000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000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000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000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Task &amp; Motivation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000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000" y="2750000"/>
            <a:ext cx="9575546" cy="2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000" y="2860000"/>
            <a:ext cx="9255546" cy="2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Authorship Verification (AV): given two texts, determine if they share the same author. Binary classification task requiring style-sensitive, content-invariant models.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Core Challenge: Style-Content Confound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Models may learn topic similarity as a proxy for shared authorship, producing brittle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Our Two Solutions: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Stylometric LightGBM with 695-dim diff-vectors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Siamese CNN-BiLSTM with adversarial debiasing (GRL)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0000" y="5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00" y="55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000" y="5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6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0000" y="6050000"/>
            <a:ext cx="9575546" cy="20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000" y="6160000"/>
            <a:ext cx="9255546" cy="1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Training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27,643 (51% same-author, 49% different)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Dev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5,993 (same distribution)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(emails, blogs, reviews, essays)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Mode: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 — only provided training 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Near-balanced: macro F1 closely tracks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Each pair: 2 texts (variable length, 50-10,000 tokens)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000" y="82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000" y="82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000" y="83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000" y="83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1: Stylometric Ensemble (Cat 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000" y="87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000" y="8800000"/>
            <a:ext cx="9575546" cy="4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000" y="8910000"/>
            <a:ext cx="9255546" cy="4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417 features per text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Sentence/paragraph length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Entropy rate,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Representation: diff-vector |f(t1) - f(t2)| -&gt; 695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000" y="135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000" y="135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" y="136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" y="140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0000" y="14100000"/>
            <a:ext cx="9575546" cy="4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0" y="14280000"/>
            <a:ext cx="9335546" cy="3800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50000" y="1848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FF8E1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000" y="18580000"/>
            <a:ext cx="9255546" cy="2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1B3A5C"/>
                </a:solidFill>
                <a:latin typeface="Calibri"/>
              </a:defRPr>
            </a:pPr>
            <a:r>
              <a:t>Key Insight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2D2D2D"/>
                </a:solidFill>
                <a:latin typeface="Calibri"/>
              </a:defRPr>
            </a:pPr>
            <a:r>
              <a:t>The diff-vector |f(t₁) − f(t₂)| representation is central to Cat A: each feature captures authorial style per text, and the absolute difference measures stylistic distance. This makes the representation symmetric and content-agnostic by construction.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1">
                <a:solidFill>
                  <a:srgbClr val="E84D60"/>
                </a:solidFill>
                <a:latin typeface="Calibri"/>
              </a:defRPr>
            </a:pPr>
            <a:r>
              <a:t>The 21 novel features (syntactic complexity, writing rhythm, information-theoretic measures) contribute a statistically significant +1.8% F1 gain over standard stylometric features alone.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45546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5546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45546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05546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2: Adversarial Disentanglement (Cat B)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45546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345546" y="2750000"/>
            <a:ext cx="9575546" cy="4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5546" y="2860000"/>
            <a:ext cx="9255546" cy="4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Siamese Encoder (shared weights, 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 embedding (32d)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Sub-word stylistic patterns (vocab=97)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128 filters each -&gt; 384d, MaxPool(3)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BiLSTM (hidden=128)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Bidirectional -&gt; 256d sequential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Bahdanau-style, focuses on salient style cues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Projection (128d)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ReLU + Dropout(0.3) bottleneck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Comparison: [v₁, v₂, |v₁−v₂|, v₁⊙v₂] = 512d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MLP Classifier: 512 -&gt; 256 -&gt; 64 -&gt; 1 (BCE loss)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Adversarial Debiasing (Novel):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Lambda ramp: 0 -&gt; 0.05 over 20 epochs; topic_weight=0.02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Training: AdamW lr=2e-4, cosine scheduler, early stopping, char augmentation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45546" y="7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345546" y="7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25546" y="7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Neural Architecture (Sol 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45546" y="7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345546" y="7850000"/>
            <a:ext cx="9575546" cy="48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546" y="8050000"/>
            <a:ext cx="9375546" cy="435000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10345546" y="128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45546" y="128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45546" y="128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05546" y="128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Results (Dev Set)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45546" y="133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0345546" y="13350000"/>
            <a:ext cx="9575546" cy="38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5546" y="13460000"/>
            <a:ext cx="9255546" cy="3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MCC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Δ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(Cat A baseline)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(Cat B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(Cat C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 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0.469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 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0.485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paired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Both solutions significantly outperform same-category baselines.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Neither surpasses BERT (Cat C) — expected given category constraints.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45546" y="173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45546" y="173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25546" y="174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Evaluation &amp; Conclusions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345546" y="178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0345546" y="1790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05546" y="18010000"/>
            <a:ext cx="9255546" cy="2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Evaluation Methods: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McNemar’s paired significance test (p &lt; 0.001)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Feature ablation (Sol 1) + GRL ablation (Sol 2)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Inter-model agreement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Key Conclusions: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Both solutions significantly outperform their baselines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Sol 1 excels at detecting different authors (75.6% acc)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Sol 2 excels at confirming same author (75.1% acc)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Complementary strengths suggest ensemble potential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241092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0241092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421092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241092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0241092" y="2750000"/>
            <a:ext cx="9575546" cy="3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1092" y="2970000"/>
            <a:ext cx="9335546" cy="3150000"/>
          </a:xfrm>
          <a:prstGeom prst="rect">
            <a:avLst/>
          </a:prstGeom>
        </p:spPr>
      </p:pic>
      <p:sp>
        <p:nvSpPr>
          <p:cNvPr id="72" name="Rectangle 71"/>
          <p:cNvSpPr/>
          <p:nvPr/>
        </p:nvSpPr>
        <p:spPr>
          <a:xfrm>
            <a:off x="20241092" y="6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0241092" y="6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421092" y="6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241092" y="7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20241092" y="7050000"/>
            <a:ext cx="9575546" cy="31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1092" y="7270000"/>
            <a:ext cx="9415546" cy="265000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20241092" y="10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0241092" y="10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341092" y="103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601092" y="10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Error Analysis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241092" y="10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20241092" y="10850000"/>
            <a:ext cx="9575546" cy="3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401092" y="10960000"/>
            <a:ext cx="9255546" cy="3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69.8% (Cohen’s κ = 0.396)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30.2% disagreement — among those, Sol 1 correct 48.6%, Sol 2 correct 51.4%.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Per-Class Strengths: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"Different Author" (75.6% vs 73.3%) — stylometric features detect differences well.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"Same Author" (75.1% vs 71.3%) — neural model captures stylistic similarity.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on same-topic pairs; GRL partially mitigates.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Feature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21 novel features: -1.8% F1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GRL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GRL: -1.2% F1 on topic-confounded pairs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241092" y="14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241092" y="14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341092" y="14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601092" y="14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0241092" y="14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0241092" y="14750000"/>
            <a:ext cx="9575546" cy="23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401092" y="14860000"/>
            <a:ext cx="9255546" cy="2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Closed-mode: may not generalize to unseen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English-only; cultural writing biases not addressed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Neither Sol 1 nor Sol 2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Style verification can be circumvented by imitation attacks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Surveillance risk: could be misused for deanonymization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False positives in forensic settings cause serious harm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Should not be sole evidence in legal proceedings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241092" y="17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0241092" y="17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0421092" y="17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241092" y="17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0241092" y="17750000"/>
            <a:ext cx="9575546" cy="1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401092" y="17850000"/>
            <a:ext cx="9255546" cy="1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20996960"/>
            <a:ext cx="30266640" cy="40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0" y="20996960"/>
            <a:ext cx="3026664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0000" y="21096960"/>
            <a:ext cx="292666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 i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Predictions: Group_34_A.csv + Group_34_B.csv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