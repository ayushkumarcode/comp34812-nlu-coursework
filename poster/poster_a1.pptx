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 →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50–10,000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|f(t₁) − f(t₂)| →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39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500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→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→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→ 256 → 64 →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λ ramp: 0→0.05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341092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60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~70%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Models capture complementary stylistic patterns.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Failure Mode Analysis: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 for stable stylometry.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character-level stylistic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rates on same-topic pairs; GRL in Sol 2 partially mitigates this.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 drops Sol 2 F1 by ~1.2% on topic-confounded pairs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341092" y="14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0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0241092" y="14750000"/>
            <a:ext cx="9575546" cy="1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01092" y="14860000"/>
            <a:ext cx="9255546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Precision/Recall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test for paired significance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study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analysis (Cohen’s 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Cross-domain error stratification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241092" y="167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41092" y="167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341092" y="167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601092" y="167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241092" y="172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0241092" y="172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401092" y="173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241092" y="197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241092" y="197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421092" y="197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41092" y="202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0241092" y="20250000"/>
            <a:ext cx="9575546" cy="6669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401092" y="20350000"/>
            <a:ext cx="9255546" cy="506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