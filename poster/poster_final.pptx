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5760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0" cy="265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0" cy="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000"/>
            <a:ext cx="36576000" cy="9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50000"/>
            <a:ext cx="36576000" cy="12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0000"/>
            <a:ext cx="34576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1650000"/>
            <a:ext cx="34576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0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926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26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526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81500" y="2900000"/>
            <a:ext cx="15000" cy="1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0" y="2900000"/>
            <a:ext cx="15000" cy="1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194500" y="2900000"/>
            <a:ext cx="15000" cy="1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00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00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0000" y="3620000"/>
            <a:ext cx="8456500" cy="365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3740000"/>
            <a:ext cx="8056500" cy="3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Task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Given two texts, determine whether they were written by the same author. Binary classification requiring models to capture authorial style while remaining robust to topical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Key Challenge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Style-content confound: models may exploit topic similarity as a proxy for shared authorship, producing spurious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Our Approach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7AE60"/>
                </a:solidFill>
                <a:latin typeface="Calibri"/>
              </a:rPr>
              <a:t>Solution 1 (Cat A)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Stylometric feature ensemble with LightGBM classifier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67E22"/>
                </a:solidFill>
                <a:latin typeface="Calibri"/>
              </a:rPr>
              <a:t>Solution 2 (Cat B)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Adversarial CNN-BiLSTM with gradient reversal for debiasing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0000" y="747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0000" y="747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000" y="756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000" y="758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000" y="814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0000" y="8190000"/>
            <a:ext cx="8456500" cy="335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" y="8310000"/>
            <a:ext cx="8056500" cy="3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Training: </a:t>
            </a:r>
            <a:r>
              <a:rPr sz="2400" b="0">
                <a:solidFill>
                  <a:srgbClr val="2D2D2D"/>
                </a:solidFill>
                <a:latin typeface="Calibri"/>
              </a:rPr>
              <a:t>27,643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Development: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5,993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Labels: </a:t>
            </a:r>
            <a:r>
              <a:rPr sz="2400" b="0">
                <a:solidFill>
                  <a:srgbClr val="2D2D2D"/>
                </a:solidFill>
                <a:latin typeface="Calibri"/>
              </a:rPr>
              <a:t>Same Author (51%) / Different Author (49%)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400" b="0">
                <a:solidFill>
                  <a:srgbClr val="2D2D2D"/>
                </a:solidFill>
                <a:latin typeface="Calibri"/>
              </a:rPr>
              <a:t>Cross-domain (emails, blog posts, reviews)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Representation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Text pair (t₁, t₂) → diff-vector |f(t₁) − f(t₂)| capturing stylistic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Content-agnostic by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Closed mode — only provided training data permitted.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0000" y="1174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0000" y="1174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000" y="1183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0000" y="1185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0000" y="1241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0000" y="12460000"/>
            <a:ext cx="84565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000" y="12580000"/>
            <a:ext cx="80565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Metrics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Statistical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McNemar's test for paired significance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All improvements significant at p &lt; 0.001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Additional Evaluation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Feature ablation study (Sol 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Inter-model agreement (Cohen’s 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error breakdown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065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065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65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65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1: Stylometric Ensemble (Cat A)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65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606500" y="3620000"/>
            <a:ext cx="8456500" cy="5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06500" y="3740000"/>
            <a:ext cx="805650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417 features per text → 695-dim diff-vector: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Closed-class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Latent semantic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n-grams (56)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2–4 char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POS distributions (45)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Syntactic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TTR, Yule's K, hapax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Sentence/paragraph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Parse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Syllable var, punct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Entropy,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depth=7)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6500" y="92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6500" y="92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56500" y="93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06500" y="98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606500" y="9940000"/>
            <a:ext cx="8456500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eature_group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500" y="10190000"/>
            <a:ext cx="8156500" cy="41000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85130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5130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430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630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2: Adversarial CNN-BiLSTM (Cat B)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5130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8513000" y="3620000"/>
            <a:ext cx="8456500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713000" y="3740000"/>
            <a:ext cx="80565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Siamese Encoder (813K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embedding (64d)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Sub-word stylistic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Multi-scale local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BiLSTM (256 hidden)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Sequential style dependencies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Salient feature weighting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Adversarial Debiasing: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Data Aug: char perturbation (insert/delete/swap)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513000" y="84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513000" y="84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763000" y="85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Neural Architecture Diagram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13000" y="90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8513000" y="9140000"/>
            <a:ext cx="8456500" cy="5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arch_diagram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3000" y="9390000"/>
            <a:ext cx="8216500" cy="4900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274195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195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5495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8695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Results (Development Set)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195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7419500" y="3620000"/>
            <a:ext cx="8456500" cy="3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619500" y="3740000"/>
            <a:ext cx="80565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vs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Baseline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vs SVM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vs LSTM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test. Both statistically significant.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19500" y="74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19500" y="74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669500" y="75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19500" y="80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7419500" y="8120000"/>
            <a:ext cx="8456500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f1_chart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39500" y="8300000"/>
            <a:ext cx="8216500" cy="3150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7419500" y="118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19500" y="11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669500" y="119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19500" y="124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7419500" y="12520000"/>
            <a:ext cx="8456500" cy="2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cm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79500" y="12670000"/>
            <a:ext cx="8336500" cy="2500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700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00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50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Error Analysis &amp; Key Findings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0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00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0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~70% (Cohen’s κ = 0.40) — complementary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Complementary Failure Modes: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char-level variation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E86AB"/>
                </a:solidFill>
                <a:latin typeface="Calibri"/>
              </a:rPr>
              <a:t>Ablation: </a:t>
            </a:r>
            <a:r>
              <a:rPr sz="20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513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513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8763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Limitations &amp; Key References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513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8513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8713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Closed-mode — may not generalize to other domains/languages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English-only; cultural biases in writing norms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Neither surpasses BERT baseline (0.7854) — transformer headroom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Risk: surveillance, deanonymization, forensic false positives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Stamatatos+ (2023) Diff-Vectors for AV  [2] Ganin &amp; Lempitsky (2015) GRL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  [4] Boenninghoff+ (2019) AdHominem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20094000"/>
            <a:ext cx="36576000" cy="4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20094000"/>
            <a:ext cx="36576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0000" y="20194000"/>
            <a:ext cx="34976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github.com/ayush-kumar-prog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